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Q4 FY2025 Board Deck</a:t>
            </a:r>
          </a:p>
          <a:p>
            <a:pPr>
              <a:defRPr sz="2200"/>
            </a:pPr>
            <a:r>
              <a:t>Acme Holdings, Inc.</a:t>
            </a:r>
          </a:p>
          <a:p>
            <a:pPr>
              <a:defRPr sz="2200"/>
            </a:pPr>
            <a:r>
              <a:t>Revenue $12,456,789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P&amp;L summary</a:t>
            </a:r>
          </a:p>
          <a:p>
            <a:pPr>
              <a:defRPr sz="2200"/>
            </a:pPr>
            <a:r>
              <a:t>Revenue 12,456,789</a:t>
            </a:r>
          </a:p>
          <a:p>
            <a:pPr>
              <a:defRPr sz="2200"/>
            </a:pPr>
            <a:r>
              <a:t>Gross profit 5,222,277</a:t>
            </a:r>
          </a:p>
          <a:p>
            <a:pPr>
              <a:defRPr sz="2200"/>
            </a:pPr>
            <a:r>
              <a:t>EBITDA 2,076,654</a:t>
            </a:r>
          </a:p>
          <a:p>
            <a:pPr>
              <a:defRPr sz="2200"/>
            </a:pPr>
            <a:r>
              <a:t>Net income 1,456,098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Cash &amp; people</a:t>
            </a:r>
          </a:p>
          <a:p>
            <a:pPr>
              <a:defRPr sz="2200"/>
            </a:pPr>
            <a:r>
              <a:t>Cash balance 8,901,234</a:t>
            </a:r>
          </a:p>
          <a:p>
            <a:pPr>
              <a:defRPr sz="2200"/>
            </a:pPr>
            <a:r>
              <a:t>Headcount 1,250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Per-share highlights</a:t>
            </a:r>
          </a:p>
          <a:p>
            <a:pPr>
              <a:defRPr sz="2200"/>
            </a:pPr>
            <a:r>
              <a:t>EPS of 1.17 this quarter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